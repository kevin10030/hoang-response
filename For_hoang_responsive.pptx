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5"/>
  </p:notesMasterIdLst>
  <p:handoutMasterIdLst>
    <p:handoutMasterId r:id="rId6"/>
  </p:handoutMasterIdLst>
  <p:sldIdLst>
    <p:sldId id="997" r:id="rId2"/>
    <p:sldId id="1000" r:id="rId3"/>
    <p:sldId id="1001"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run Kumar" initials="AK" lastIdx="2" clrIdx="0">
    <p:extLst>
      <p:ext uri="{19B8F6BF-5375-455C-9EA6-DF929625EA0E}">
        <p15:presenceInfo xmlns:p15="http://schemas.microsoft.com/office/powerpoint/2012/main" userId="fc485d215f53967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50C8"/>
    <a:srgbClr val="000000"/>
    <a:srgbClr val="EBBFE2"/>
    <a:srgbClr val="CCFFCC"/>
    <a:srgbClr val="541A28"/>
    <a:srgbClr val="CE6C8F"/>
    <a:srgbClr val="FFCC99"/>
    <a:srgbClr val="BCB5E3"/>
    <a:srgbClr val="99FF99"/>
    <a:srgbClr val="6BA42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699" autoAdjust="0"/>
    <p:restoredTop sz="95341" autoAdjust="0"/>
  </p:normalViewPr>
  <p:slideViewPr>
    <p:cSldViewPr>
      <p:cViewPr varScale="1">
        <p:scale>
          <a:sx n="109" d="100"/>
          <a:sy n="109" d="100"/>
        </p:scale>
        <p:origin x="570" y="108"/>
      </p:cViewPr>
      <p:guideLst>
        <p:guide orient="horz" pos="2160"/>
        <p:guide pos="384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55" d="100"/>
          <a:sy n="55" d="100"/>
        </p:scale>
        <p:origin x="2880"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commentAuthors" Target="commentAuthor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handoutMaster" Target="handoutMasters/handoutMaster1.xml"/><Relationship Id="rId11" Type="http://schemas.openxmlformats.org/officeDocument/2006/relationships/tableStyles" Target="tableStyles.xml"/><Relationship Id="rId5" Type="http://schemas.openxmlformats.org/officeDocument/2006/relationships/notesMaster" Target="notesMasters/notesMaster1.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FA97C34-DE1A-4F07-B23A-49A281700986}" type="datetimeFigureOut">
              <a:rPr lang="en-US" smtClean="0"/>
              <a:pPr/>
              <a:t>2/17/2021</a:t>
            </a:fld>
            <a:endParaRPr lang="en-IN"/>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r>
              <a:rPr lang="en-IN"/>
              <a:t>Copyright@DataPlush Pte Ltd, Singapore.</a:t>
            </a: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F6C12F6-930C-4719-9491-5340EA6220D0}" type="slidenum">
              <a:rPr lang="en-IN" smtClean="0"/>
              <a:pPr/>
              <a:t>‹#›</a:t>
            </a:fld>
            <a:endParaRPr lang="en-IN"/>
          </a:p>
        </p:txBody>
      </p:sp>
    </p:spTree>
    <p:extLst>
      <p:ext uri="{BB962C8B-B14F-4D97-AF65-F5344CB8AC3E}">
        <p14:creationId xmlns:p14="http://schemas.microsoft.com/office/powerpoint/2010/main" val="10644232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D1C033F-007B-44E2-8F29-2380077A422B}" type="datetimeFigureOut">
              <a:rPr lang="en-US" smtClean="0"/>
              <a:pPr/>
              <a:t>2/17/2021</a:t>
            </a:fld>
            <a:endParaRPr lang="en-I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r>
              <a:rPr lang="en-IN"/>
              <a:t>Copyright@DataPlush Pte Ltd, Singapore.</a:t>
            </a: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5CFCD86-F540-4207-8200-A418C2C05419}" type="slidenum">
              <a:rPr lang="en-IN" smtClean="0"/>
              <a:pPr/>
              <a:t>‹#›</a:t>
            </a:fld>
            <a:endParaRPr lang="en-IN"/>
          </a:p>
        </p:txBody>
      </p:sp>
    </p:spTree>
    <p:extLst>
      <p:ext uri="{BB962C8B-B14F-4D97-AF65-F5344CB8AC3E}">
        <p14:creationId xmlns:p14="http://schemas.microsoft.com/office/powerpoint/2010/main" val="3991327144"/>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IN"/>
          </a:p>
        </p:txBody>
      </p:sp>
      <p:sp>
        <p:nvSpPr>
          <p:cNvPr id="5" name="Footer Placeholder 4"/>
          <p:cNvSpPr>
            <a:spLocks noGrp="1"/>
          </p:cNvSpPr>
          <p:nvPr>
            <p:ph type="ftr" sz="quarter" idx="10"/>
          </p:nvPr>
        </p:nvSpPr>
        <p:spPr/>
        <p:txBody>
          <a:bodyPr/>
          <a:lstStyle/>
          <a:p>
            <a:r>
              <a:rPr lang="en-IN"/>
              <a:t>Copyright@DataPlush Pte Ltd, Singapore.</a:t>
            </a:r>
          </a:p>
        </p:txBody>
      </p:sp>
      <p:sp>
        <p:nvSpPr>
          <p:cNvPr id="6" name="Slide Number Placeholder 5"/>
          <p:cNvSpPr>
            <a:spLocks noGrp="1"/>
          </p:cNvSpPr>
          <p:nvPr>
            <p:ph type="sldNum" sz="quarter" idx="11"/>
          </p:nvPr>
        </p:nvSpPr>
        <p:spPr/>
        <p:txBody>
          <a:bodyPr/>
          <a:lstStyle/>
          <a:p>
            <a:fld id="{45CFCD86-F540-4207-8200-A418C2C05419}" type="slidenum">
              <a:rPr lang="en-IN" smtClean="0"/>
              <a:pPr/>
              <a:t>1</a:t>
            </a:fld>
            <a:endParaRPr lang="en-IN"/>
          </a:p>
        </p:txBody>
      </p:sp>
    </p:spTree>
    <p:extLst>
      <p:ext uri="{BB962C8B-B14F-4D97-AF65-F5344CB8AC3E}">
        <p14:creationId xmlns:p14="http://schemas.microsoft.com/office/powerpoint/2010/main" val="7294677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IN"/>
          </a:p>
        </p:txBody>
      </p:sp>
      <p:sp>
        <p:nvSpPr>
          <p:cNvPr id="5" name="Footer Placeholder 4"/>
          <p:cNvSpPr>
            <a:spLocks noGrp="1"/>
          </p:cNvSpPr>
          <p:nvPr>
            <p:ph type="ftr" sz="quarter" idx="10"/>
          </p:nvPr>
        </p:nvSpPr>
        <p:spPr/>
        <p:txBody>
          <a:bodyPr/>
          <a:lstStyle/>
          <a:p>
            <a:r>
              <a:rPr lang="en-IN"/>
              <a:t>Copyright@DataPlush Pte Ltd, Singapore.</a:t>
            </a:r>
          </a:p>
        </p:txBody>
      </p:sp>
      <p:sp>
        <p:nvSpPr>
          <p:cNvPr id="6" name="Slide Number Placeholder 5"/>
          <p:cNvSpPr>
            <a:spLocks noGrp="1"/>
          </p:cNvSpPr>
          <p:nvPr>
            <p:ph type="sldNum" sz="quarter" idx="11"/>
          </p:nvPr>
        </p:nvSpPr>
        <p:spPr/>
        <p:txBody>
          <a:bodyPr/>
          <a:lstStyle/>
          <a:p>
            <a:fld id="{45CFCD86-F540-4207-8200-A418C2C05419}" type="slidenum">
              <a:rPr lang="en-IN" smtClean="0"/>
              <a:pPr/>
              <a:t>2</a:t>
            </a:fld>
            <a:endParaRPr lang="en-IN"/>
          </a:p>
        </p:txBody>
      </p:sp>
    </p:spTree>
    <p:extLst>
      <p:ext uri="{BB962C8B-B14F-4D97-AF65-F5344CB8AC3E}">
        <p14:creationId xmlns:p14="http://schemas.microsoft.com/office/powerpoint/2010/main" val="24139551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IN"/>
          </a:p>
        </p:txBody>
      </p:sp>
      <p:sp>
        <p:nvSpPr>
          <p:cNvPr id="5" name="Footer Placeholder 4"/>
          <p:cNvSpPr>
            <a:spLocks noGrp="1"/>
          </p:cNvSpPr>
          <p:nvPr>
            <p:ph type="ftr" sz="quarter" idx="10"/>
          </p:nvPr>
        </p:nvSpPr>
        <p:spPr/>
        <p:txBody>
          <a:bodyPr/>
          <a:lstStyle/>
          <a:p>
            <a:r>
              <a:rPr lang="en-IN"/>
              <a:t>Copyright@DataPlush Pte Ltd, Singapore.</a:t>
            </a:r>
          </a:p>
        </p:txBody>
      </p:sp>
      <p:sp>
        <p:nvSpPr>
          <p:cNvPr id="6" name="Slide Number Placeholder 5"/>
          <p:cNvSpPr>
            <a:spLocks noGrp="1"/>
          </p:cNvSpPr>
          <p:nvPr>
            <p:ph type="sldNum" sz="quarter" idx="11"/>
          </p:nvPr>
        </p:nvSpPr>
        <p:spPr/>
        <p:txBody>
          <a:bodyPr/>
          <a:lstStyle/>
          <a:p>
            <a:fld id="{45CFCD86-F540-4207-8200-A418C2C05419}" type="slidenum">
              <a:rPr lang="en-IN" smtClean="0"/>
              <a:pPr/>
              <a:t>3</a:t>
            </a:fld>
            <a:endParaRPr lang="en-IN"/>
          </a:p>
        </p:txBody>
      </p:sp>
    </p:spTree>
    <p:extLst>
      <p:ext uri="{BB962C8B-B14F-4D97-AF65-F5344CB8AC3E}">
        <p14:creationId xmlns:p14="http://schemas.microsoft.com/office/powerpoint/2010/main" val="3642647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3">
            <a:lum/>
          </a:blip>
          <a:srcRect/>
          <a:stretch>
            <a:fillRect t="-17000" b="-17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cSld>
  <p:clrMap bg1="lt1" tx1="dk1" bg2="lt2" tx2="dk2" accent1="accent1" accent2="accent2" accent3="accent3" accent4="accent4" accent5="accent5" accent6="accent6" hlink="hlink" folHlink="folHlink"/>
  <p:sldLayoutIdLst>
    <p:sldLayoutId id="2147483655"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2A428F2F-C6E5-4A89-9EC9-2BF13C86D93B}"/>
              </a:ext>
            </a:extLst>
          </p:cNvPr>
          <p:cNvSpPr txBox="1"/>
          <p:nvPr/>
        </p:nvSpPr>
        <p:spPr>
          <a:xfrm>
            <a:off x="695400" y="476672"/>
            <a:ext cx="10945216" cy="646331"/>
          </a:xfrm>
          <a:prstGeom prst="rect">
            <a:avLst/>
          </a:prstGeom>
          <a:noFill/>
        </p:spPr>
        <p:txBody>
          <a:bodyPr wrap="square" rtlCol="0">
            <a:spAutoFit/>
          </a:bodyPr>
          <a:lstStyle/>
          <a:p>
            <a:r>
              <a:rPr lang="en-US" dirty="0"/>
              <a:t>1) Add the image of the girl back and make mobile layout  to make consistent with web layout</a:t>
            </a:r>
          </a:p>
          <a:p>
            <a:endParaRPr lang="en-US" dirty="0"/>
          </a:p>
        </p:txBody>
      </p:sp>
      <p:pic>
        <p:nvPicPr>
          <p:cNvPr id="3" name="Picture 2">
            <a:extLst>
              <a:ext uri="{FF2B5EF4-FFF2-40B4-BE49-F238E27FC236}">
                <a16:creationId xmlns:a16="http://schemas.microsoft.com/office/drawing/2014/main" id="{1BFCE274-1A0D-4225-83CE-C14B781358BA}"/>
              </a:ext>
            </a:extLst>
          </p:cNvPr>
          <p:cNvPicPr>
            <a:picLocks noChangeAspect="1"/>
          </p:cNvPicPr>
          <p:nvPr/>
        </p:nvPicPr>
        <p:blipFill>
          <a:blip r:embed="rId3"/>
          <a:stretch>
            <a:fillRect/>
          </a:stretch>
        </p:blipFill>
        <p:spPr>
          <a:xfrm>
            <a:off x="1919536" y="908720"/>
            <a:ext cx="5328592" cy="2592288"/>
          </a:xfrm>
          <a:prstGeom prst="rect">
            <a:avLst/>
          </a:prstGeom>
        </p:spPr>
      </p:pic>
      <p:sp>
        <p:nvSpPr>
          <p:cNvPr id="5" name="TextBox 4">
            <a:extLst>
              <a:ext uri="{FF2B5EF4-FFF2-40B4-BE49-F238E27FC236}">
                <a16:creationId xmlns:a16="http://schemas.microsoft.com/office/drawing/2014/main" id="{0E7F2A4B-A4C4-495A-A278-0973B566CBF4}"/>
              </a:ext>
            </a:extLst>
          </p:cNvPr>
          <p:cNvSpPr txBox="1"/>
          <p:nvPr/>
        </p:nvSpPr>
        <p:spPr>
          <a:xfrm>
            <a:off x="623392" y="3609890"/>
            <a:ext cx="10945216" cy="646331"/>
          </a:xfrm>
          <a:prstGeom prst="rect">
            <a:avLst/>
          </a:prstGeom>
          <a:noFill/>
        </p:spPr>
        <p:txBody>
          <a:bodyPr wrap="square" rtlCol="0">
            <a:spAutoFit/>
          </a:bodyPr>
          <a:lstStyle/>
          <a:p>
            <a:r>
              <a:rPr lang="en-US" dirty="0"/>
              <a:t>2) Section not displaying properly</a:t>
            </a:r>
          </a:p>
          <a:p>
            <a:endParaRPr lang="en-US" dirty="0"/>
          </a:p>
        </p:txBody>
      </p:sp>
      <p:pic>
        <p:nvPicPr>
          <p:cNvPr id="6" name="Picture 5">
            <a:extLst>
              <a:ext uri="{FF2B5EF4-FFF2-40B4-BE49-F238E27FC236}">
                <a16:creationId xmlns:a16="http://schemas.microsoft.com/office/drawing/2014/main" id="{B9BD1FC2-38A2-4AF6-9C25-B1D10C1D3096}"/>
              </a:ext>
            </a:extLst>
          </p:cNvPr>
          <p:cNvPicPr>
            <a:picLocks noChangeAspect="1"/>
          </p:cNvPicPr>
          <p:nvPr/>
        </p:nvPicPr>
        <p:blipFill>
          <a:blip r:embed="rId4"/>
          <a:stretch>
            <a:fillRect/>
          </a:stretch>
        </p:blipFill>
        <p:spPr>
          <a:xfrm>
            <a:off x="1919536" y="4256892"/>
            <a:ext cx="5055469" cy="1916832"/>
          </a:xfrm>
          <a:prstGeom prst="rect">
            <a:avLst/>
          </a:prstGeom>
        </p:spPr>
      </p:pic>
    </p:spTree>
    <p:extLst>
      <p:ext uri="{BB962C8B-B14F-4D97-AF65-F5344CB8AC3E}">
        <p14:creationId xmlns:p14="http://schemas.microsoft.com/office/powerpoint/2010/main" val="15547924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2A428F2F-C6E5-4A89-9EC9-2BF13C86D93B}"/>
              </a:ext>
            </a:extLst>
          </p:cNvPr>
          <p:cNvSpPr txBox="1"/>
          <p:nvPr/>
        </p:nvSpPr>
        <p:spPr>
          <a:xfrm>
            <a:off x="695400" y="476672"/>
            <a:ext cx="10945216" cy="923330"/>
          </a:xfrm>
          <a:prstGeom prst="rect">
            <a:avLst/>
          </a:prstGeom>
          <a:noFill/>
        </p:spPr>
        <p:txBody>
          <a:bodyPr wrap="square" rtlCol="0">
            <a:spAutoFit/>
          </a:bodyPr>
          <a:lstStyle/>
          <a:p>
            <a:r>
              <a:rPr lang="en-US" dirty="0"/>
              <a:t>3) Show Home button to navigate to home page for mobile display, currently </a:t>
            </a:r>
            <a:r>
              <a:rPr lang="en-US" dirty="0" err="1"/>
              <a:t>dataplush</a:t>
            </a:r>
            <a:r>
              <a:rPr lang="en-US" dirty="0"/>
              <a:t> image overlaps home icon for mobile display</a:t>
            </a:r>
          </a:p>
          <a:p>
            <a:endParaRPr lang="en-US" dirty="0"/>
          </a:p>
        </p:txBody>
      </p:sp>
      <p:sp>
        <p:nvSpPr>
          <p:cNvPr id="5" name="TextBox 4">
            <a:extLst>
              <a:ext uri="{FF2B5EF4-FFF2-40B4-BE49-F238E27FC236}">
                <a16:creationId xmlns:a16="http://schemas.microsoft.com/office/drawing/2014/main" id="{0E7F2A4B-A4C4-495A-A278-0973B566CBF4}"/>
              </a:ext>
            </a:extLst>
          </p:cNvPr>
          <p:cNvSpPr txBox="1"/>
          <p:nvPr/>
        </p:nvSpPr>
        <p:spPr>
          <a:xfrm>
            <a:off x="623392" y="3212976"/>
            <a:ext cx="10945216" cy="1200329"/>
          </a:xfrm>
          <a:prstGeom prst="rect">
            <a:avLst/>
          </a:prstGeom>
          <a:noFill/>
        </p:spPr>
        <p:txBody>
          <a:bodyPr wrap="square" rtlCol="0">
            <a:spAutoFit/>
          </a:bodyPr>
          <a:lstStyle/>
          <a:p>
            <a:r>
              <a:rPr lang="en-US" dirty="0"/>
              <a:t>4) There is a bug in file upload for courses if we upload file in any other format other than pdf, while downloading it doesn't work, it is renamed to pdf. Uploaded files with other formats than PDF should be downloadable in the same format, for example uploaded word document</a:t>
            </a:r>
          </a:p>
          <a:p>
            <a:endParaRPr lang="en-US" dirty="0"/>
          </a:p>
        </p:txBody>
      </p:sp>
      <p:pic>
        <p:nvPicPr>
          <p:cNvPr id="8" name="Picture 7">
            <a:extLst>
              <a:ext uri="{FF2B5EF4-FFF2-40B4-BE49-F238E27FC236}">
                <a16:creationId xmlns:a16="http://schemas.microsoft.com/office/drawing/2014/main" id="{02C59ECB-EC28-49C4-A4EA-C309661B8CA5}"/>
              </a:ext>
            </a:extLst>
          </p:cNvPr>
          <p:cNvPicPr>
            <a:picLocks noChangeAspect="1"/>
          </p:cNvPicPr>
          <p:nvPr/>
        </p:nvPicPr>
        <p:blipFill>
          <a:blip r:embed="rId3"/>
          <a:stretch>
            <a:fillRect/>
          </a:stretch>
        </p:blipFill>
        <p:spPr>
          <a:xfrm>
            <a:off x="2385738" y="1130353"/>
            <a:ext cx="4123063" cy="1772816"/>
          </a:xfrm>
          <a:prstGeom prst="rect">
            <a:avLst/>
          </a:prstGeom>
        </p:spPr>
      </p:pic>
      <p:pic>
        <p:nvPicPr>
          <p:cNvPr id="10" name="Picture 9">
            <a:extLst>
              <a:ext uri="{FF2B5EF4-FFF2-40B4-BE49-F238E27FC236}">
                <a16:creationId xmlns:a16="http://schemas.microsoft.com/office/drawing/2014/main" id="{C07FE484-F437-45C0-836E-19D4F2A7BAD6}"/>
              </a:ext>
            </a:extLst>
          </p:cNvPr>
          <p:cNvPicPr>
            <a:picLocks noChangeAspect="1"/>
          </p:cNvPicPr>
          <p:nvPr/>
        </p:nvPicPr>
        <p:blipFill>
          <a:blip r:embed="rId4"/>
          <a:stretch>
            <a:fillRect/>
          </a:stretch>
        </p:blipFill>
        <p:spPr>
          <a:xfrm>
            <a:off x="983432" y="5085184"/>
            <a:ext cx="9239250" cy="929828"/>
          </a:xfrm>
          <a:prstGeom prst="rect">
            <a:avLst/>
          </a:prstGeom>
        </p:spPr>
      </p:pic>
      <p:sp>
        <p:nvSpPr>
          <p:cNvPr id="12" name="TextBox 11">
            <a:extLst>
              <a:ext uri="{FF2B5EF4-FFF2-40B4-BE49-F238E27FC236}">
                <a16:creationId xmlns:a16="http://schemas.microsoft.com/office/drawing/2014/main" id="{0648D8DF-BB37-42BB-BC63-8362D8B0D88E}"/>
              </a:ext>
            </a:extLst>
          </p:cNvPr>
          <p:cNvSpPr txBox="1"/>
          <p:nvPr/>
        </p:nvSpPr>
        <p:spPr>
          <a:xfrm>
            <a:off x="551384" y="4240264"/>
            <a:ext cx="10945216" cy="646331"/>
          </a:xfrm>
          <a:prstGeom prst="rect">
            <a:avLst/>
          </a:prstGeom>
          <a:noFill/>
        </p:spPr>
        <p:txBody>
          <a:bodyPr wrap="square" rtlCol="0">
            <a:spAutoFit/>
          </a:bodyPr>
          <a:lstStyle/>
          <a:p>
            <a:r>
              <a:rPr lang="en-US" dirty="0"/>
              <a:t> 5) Labs links not working, it is pointing to localhost</a:t>
            </a:r>
          </a:p>
          <a:p>
            <a:endParaRPr lang="en-US" dirty="0"/>
          </a:p>
        </p:txBody>
      </p:sp>
    </p:spTree>
    <p:extLst>
      <p:ext uri="{BB962C8B-B14F-4D97-AF65-F5344CB8AC3E}">
        <p14:creationId xmlns:p14="http://schemas.microsoft.com/office/powerpoint/2010/main" val="10449538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2A428F2F-C6E5-4A89-9EC9-2BF13C86D93B}"/>
              </a:ext>
            </a:extLst>
          </p:cNvPr>
          <p:cNvSpPr txBox="1"/>
          <p:nvPr/>
        </p:nvSpPr>
        <p:spPr>
          <a:xfrm>
            <a:off x="695400" y="476672"/>
            <a:ext cx="10945216" cy="923330"/>
          </a:xfrm>
          <a:prstGeom prst="rect">
            <a:avLst/>
          </a:prstGeom>
          <a:noFill/>
        </p:spPr>
        <p:txBody>
          <a:bodyPr wrap="square" rtlCol="0">
            <a:spAutoFit/>
          </a:bodyPr>
          <a:lstStyle/>
          <a:p>
            <a:r>
              <a:rPr lang="en-US" dirty="0"/>
              <a:t>6) Contents are overlapping with links for some sections in web layout. Remove below links from homepage for both web/mobile layouts</a:t>
            </a:r>
          </a:p>
          <a:p>
            <a:endParaRPr lang="en-US" dirty="0"/>
          </a:p>
        </p:txBody>
      </p:sp>
      <p:pic>
        <p:nvPicPr>
          <p:cNvPr id="3" name="Picture 2">
            <a:extLst>
              <a:ext uri="{FF2B5EF4-FFF2-40B4-BE49-F238E27FC236}">
                <a16:creationId xmlns:a16="http://schemas.microsoft.com/office/drawing/2014/main" id="{108B1FF5-54D8-4612-8EA7-93621E440613}"/>
              </a:ext>
            </a:extLst>
          </p:cNvPr>
          <p:cNvPicPr>
            <a:picLocks noChangeAspect="1"/>
          </p:cNvPicPr>
          <p:nvPr/>
        </p:nvPicPr>
        <p:blipFill>
          <a:blip r:embed="rId3"/>
          <a:stretch>
            <a:fillRect/>
          </a:stretch>
        </p:blipFill>
        <p:spPr>
          <a:xfrm>
            <a:off x="1118438" y="4058599"/>
            <a:ext cx="4088110" cy="1759319"/>
          </a:xfrm>
          <a:prstGeom prst="rect">
            <a:avLst/>
          </a:prstGeom>
        </p:spPr>
      </p:pic>
      <p:pic>
        <p:nvPicPr>
          <p:cNvPr id="6" name="Picture 5">
            <a:extLst>
              <a:ext uri="{FF2B5EF4-FFF2-40B4-BE49-F238E27FC236}">
                <a16:creationId xmlns:a16="http://schemas.microsoft.com/office/drawing/2014/main" id="{38CB0F87-754E-425B-AB7D-A78DB0F3B2F7}"/>
              </a:ext>
            </a:extLst>
          </p:cNvPr>
          <p:cNvPicPr>
            <a:picLocks noChangeAspect="1"/>
          </p:cNvPicPr>
          <p:nvPr/>
        </p:nvPicPr>
        <p:blipFill>
          <a:blip r:embed="rId4"/>
          <a:stretch>
            <a:fillRect/>
          </a:stretch>
        </p:blipFill>
        <p:spPr>
          <a:xfrm>
            <a:off x="5938492" y="4076628"/>
            <a:ext cx="4657725" cy="1759319"/>
          </a:xfrm>
          <a:prstGeom prst="rect">
            <a:avLst/>
          </a:prstGeom>
        </p:spPr>
      </p:pic>
      <p:pic>
        <p:nvPicPr>
          <p:cNvPr id="9" name="Picture 8">
            <a:extLst>
              <a:ext uri="{FF2B5EF4-FFF2-40B4-BE49-F238E27FC236}">
                <a16:creationId xmlns:a16="http://schemas.microsoft.com/office/drawing/2014/main" id="{C862A488-379A-421C-B130-01A4FEAB41AB}"/>
              </a:ext>
            </a:extLst>
          </p:cNvPr>
          <p:cNvPicPr>
            <a:picLocks noChangeAspect="1"/>
          </p:cNvPicPr>
          <p:nvPr/>
        </p:nvPicPr>
        <p:blipFill>
          <a:blip r:embed="rId5"/>
          <a:stretch>
            <a:fillRect/>
          </a:stretch>
        </p:blipFill>
        <p:spPr>
          <a:xfrm>
            <a:off x="937202" y="1313612"/>
            <a:ext cx="1914525" cy="714375"/>
          </a:xfrm>
          <a:prstGeom prst="rect">
            <a:avLst/>
          </a:prstGeom>
        </p:spPr>
      </p:pic>
      <p:pic>
        <p:nvPicPr>
          <p:cNvPr id="13" name="Picture 12">
            <a:extLst>
              <a:ext uri="{FF2B5EF4-FFF2-40B4-BE49-F238E27FC236}">
                <a16:creationId xmlns:a16="http://schemas.microsoft.com/office/drawing/2014/main" id="{C443C494-72B5-4DC0-95F0-1F22123FA604}"/>
              </a:ext>
            </a:extLst>
          </p:cNvPr>
          <p:cNvPicPr>
            <a:picLocks noChangeAspect="1"/>
          </p:cNvPicPr>
          <p:nvPr/>
        </p:nvPicPr>
        <p:blipFill>
          <a:blip r:embed="rId6"/>
          <a:stretch>
            <a:fillRect/>
          </a:stretch>
        </p:blipFill>
        <p:spPr>
          <a:xfrm>
            <a:off x="3325502" y="1382768"/>
            <a:ext cx="1581150" cy="714375"/>
          </a:xfrm>
          <a:prstGeom prst="rect">
            <a:avLst/>
          </a:prstGeom>
        </p:spPr>
      </p:pic>
      <p:pic>
        <p:nvPicPr>
          <p:cNvPr id="15" name="Picture 14">
            <a:extLst>
              <a:ext uri="{FF2B5EF4-FFF2-40B4-BE49-F238E27FC236}">
                <a16:creationId xmlns:a16="http://schemas.microsoft.com/office/drawing/2014/main" id="{41683E28-D346-4DD0-AB28-6C3A72796B74}"/>
              </a:ext>
            </a:extLst>
          </p:cNvPr>
          <p:cNvPicPr>
            <a:picLocks noChangeAspect="1"/>
          </p:cNvPicPr>
          <p:nvPr/>
        </p:nvPicPr>
        <p:blipFill>
          <a:blip r:embed="rId7"/>
          <a:stretch>
            <a:fillRect/>
          </a:stretch>
        </p:blipFill>
        <p:spPr>
          <a:xfrm>
            <a:off x="5206548" y="1382768"/>
            <a:ext cx="1581150" cy="685800"/>
          </a:xfrm>
          <a:prstGeom prst="rect">
            <a:avLst/>
          </a:prstGeom>
        </p:spPr>
      </p:pic>
      <p:pic>
        <p:nvPicPr>
          <p:cNvPr id="17" name="Picture 16">
            <a:extLst>
              <a:ext uri="{FF2B5EF4-FFF2-40B4-BE49-F238E27FC236}">
                <a16:creationId xmlns:a16="http://schemas.microsoft.com/office/drawing/2014/main" id="{98FC7975-436D-48B5-B254-D1C943B76DC3}"/>
              </a:ext>
            </a:extLst>
          </p:cNvPr>
          <p:cNvPicPr>
            <a:picLocks noChangeAspect="1"/>
          </p:cNvPicPr>
          <p:nvPr/>
        </p:nvPicPr>
        <p:blipFill>
          <a:blip r:embed="rId8"/>
          <a:stretch>
            <a:fillRect/>
          </a:stretch>
        </p:blipFill>
        <p:spPr>
          <a:xfrm>
            <a:off x="6787698" y="1246937"/>
            <a:ext cx="2238375" cy="781050"/>
          </a:xfrm>
          <a:prstGeom prst="rect">
            <a:avLst/>
          </a:prstGeom>
        </p:spPr>
      </p:pic>
      <p:pic>
        <p:nvPicPr>
          <p:cNvPr id="20" name="Picture 19">
            <a:extLst>
              <a:ext uri="{FF2B5EF4-FFF2-40B4-BE49-F238E27FC236}">
                <a16:creationId xmlns:a16="http://schemas.microsoft.com/office/drawing/2014/main" id="{4D3E9D04-E385-49A5-B2BA-92140EF81969}"/>
              </a:ext>
            </a:extLst>
          </p:cNvPr>
          <p:cNvPicPr>
            <a:picLocks noChangeAspect="1"/>
          </p:cNvPicPr>
          <p:nvPr/>
        </p:nvPicPr>
        <p:blipFill>
          <a:blip r:embed="rId9"/>
          <a:stretch>
            <a:fillRect/>
          </a:stretch>
        </p:blipFill>
        <p:spPr>
          <a:xfrm>
            <a:off x="9026073" y="1251699"/>
            <a:ext cx="2209800" cy="771525"/>
          </a:xfrm>
          <a:prstGeom prst="rect">
            <a:avLst/>
          </a:prstGeom>
        </p:spPr>
      </p:pic>
      <p:pic>
        <p:nvPicPr>
          <p:cNvPr id="22" name="Picture 21">
            <a:extLst>
              <a:ext uri="{FF2B5EF4-FFF2-40B4-BE49-F238E27FC236}">
                <a16:creationId xmlns:a16="http://schemas.microsoft.com/office/drawing/2014/main" id="{6183E017-5811-430D-8239-CBDA2826E0CD}"/>
              </a:ext>
            </a:extLst>
          </p:cNvPr>
          <p:cNvPicPr>
            <a:picLocks noChangeAspect="1"/>
          </p:cNvPicPr>
          <p:nvPr/>
        </p:nvPicPr>
        <p:blipFill>
          <a:blip r:embed="rId10"/>
          <a:stretch>
            <a:fillRect/>
          </a:stretch>
        </p:blipFill>
        <p:spPr>
          <a:xfrm>
            <a:off x="904519" y="2174856"/>
            <a:ext cx="2171700" cy="762000"/>
          </a:xfrm>
          <a:prstGeom prst="rect">
            <a:avLst/>
          </a:prstGeom>
        </p:spPr>
      </p:pic>
      <p:sp>
        <p:nvSpPr>
          <p:cNvPr id="23" name="TextBox 22">
            <a:extLst>
              <a:ext uri="{FF2B5EF4-FFF2-40B4-BE49-F238E27FC236}">
                <a16:creationId xmlns:a16="http://schemas.microsoft.com/office/drawing/2014/main" id="{3FE6960F-5A29-4D05-AEE5-A2133A8B2486}"/>
              </a:ext>
            </a:extLst>
          </p:cNvPr>
          <p:cNvSpPr txBox="1"/>
          <p:nvPr/>
        </p:nvSpPr>
        <p:spPr>
          <a:xfrm>
            <a:off x="623392" y="3250045"/>
            <a:ext cx="10945216" cy="646331"/>
          </a:xfrm>
          <a:prstGeom prst="rect">
            <a:avLst/>
          </a:prstGeom>
          <a:noFill/>
        </p:spPr>
        <p:txBody>
          <a:bodyPr wrap="square" rtlCol="0">
            <a:spAutoFit/>
          </a:bodyPr>
          <a:lstStyle/>
          <a:p>
            <a:r>
              <a:rPr lang="en-US" dirty="0"/>
              <a:t>7) Remove the sections from home page</a:t>
            </a:r>
          </a:p>
          <a:p>
            <a:endParaRPr lang="en-US" dirty="0"/>
          </a:p>
        </p:txBody>
      </p:sp>
    </p:spTree>
    <p:extLst>
      <p:ext uri="{BB962C8B-B14F-4D97-AF65-F5344CB8AC3E}">
        <p14:creationId xmlns:p14="http://schemas.microsoft.com/office/powerpoint/2010/main" val="301946658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charts">
      <a:dk1>
        <a:srgbClr val="1F497D"/>
      </a:dk1>
      <a:lt1>
        <a:sysClr val="window" lastClr="FFFFFF"/>
      </a:lt1>
      <a:dk2>
        <a:srgbClr val="FFFFFF"/>
      </a:dk2>
      <a:lt2>
        <a:srgbClr val="FFFFFF"/>
      </a:lt2>
      <a:accent1>
        <a:srgbClr val="C6D9F0"/>
      </a:accent1>
      <a:accent2>
        <a:srgbClr val="8DB3E2"/>
      </a:accent2>
      <a:accent3>
        <a:srgbClr val="5A89C1"/>
      </a:accent3>
      <a:accent4>
        <a:srgbClr val="4180D0"/>
      </a:accent4>
      <a:accent5>
        <a:srgbClr val="28476D"/>
      </a:accent5>
      <a:accent6>
        <a:srgbClr val="1A2F49"/>
      </a:accent6>
      <a:hlink>
        <a:srgbClr val="244061"/>
      </a:hlink>
      <a:folHlink>
        <a:srgbClr val="366092"/>
      </a:folHlink>
    </a:clrScheme>
    <a:fontScheme name="singapore">
      <a:majorFont>
        <a:latin typeface="Calibri"/>
        <a:ea typeface=""/>
        <a:cs typeface=""/>
      </a:majorFont>
      <a:minorFont>
        <a:latin typeface="Calibri"/>
        <a:ea typeface=""/>
        <a:cs typeface=""/>
      </a:minorFont>
    </a:fontScheme>
    <a:fmtScheme name="Paper">
      <a:fillStyleLst>
        <a:solidFill>
          <a:schemeClr val="phClr"/>
        </a:solidFill>
        <a:blipFill>
          <a:blip xmlns:r="http://schemas.openxmlformats.org/officeDocument/2006/relationships" r:embed="rId1">
            <a:duotone>
              <a:schemeClr val="phClr">
                <a:shade val="63000"/>
                <a:tint val="82000"/>
              </a:schemeClr>
              <a:schemeClr val="phClr">
                <a:tint val="10000"/>
                <a:satMod val="400000"/>
              </a:schemeClr>
            </a:duotone>
          </a:blip>
          <a:tile tx="0" ty="0" sx="40000" sy="40000" flip="none" algn="tl"/>
        </a:blipFill>
        <a:blipFill>
          <a:blip xmlns:r="http://schemas.openxmlformats.org/officeDocument/2006/relationships" r:embed="rId1">
            <a:duotone>
              <a:schemeClr val="phClr">
                <a:shade val="40000"/>
              </a:schemeClr>
              <a:schemeClr val="phClr">
                <a:tint val="42000"/>
              </a:schemeClr>
            </a:duotone>
          </a:blip>
          <a:tile tx="0" ty="0" sx="40000" sy="40000" flip="none" algn="tl"/>
        </a:blipFill>
      </a:fillStyleLst>
      <a:lnStyleLst>
        <a:ln w="12700" cap="flat" cmpd="sng" algn="ctr">
          <a:solidFill>
            <a:schemeClr val="phClr"/>
          </a:solidFill>
          <a:prstDash val="solid"/>
        </a:ln>
        <a:ln w="38100" cap="flat" cmpd="sng" algn="ctr">
          <a:solidFill>
            <a:schemeClr val="phClr"/>
          </a:solidFill>
          <a:prstDash val="solid"/>
        </a:ln>
        <a:ln w="63500" cap="flat" cmpd="sng" algn="ctr">
          <a:solidFill>
            <a:schemeClr val="phClr"/>
          </a:solidFill>
          <a:prstDash val="solid"/>
        </a:ln>
      </a:lnStyleLst>
      <a:effectStyleLst>
        <a:effectStyle>
          <a:effectLst>
            <a:outerShdw blurRad="95000" rotWithShape="0">
              <a:srgbClr val="000000">
                <a:alpha val="50000"/>
              </a:srgbClr>
            </a:outerShdw>
            <a:softEdge rad="12700"/>
          </a:effectLst>
        </a:effectStyle>
        <a:effectStyle>
          <a:effectLst>
            <a:outerShdw blurRad="95000" rotWithShape="0">
              <a:srgbClr val="000000">
                <a:alpha val="50000"/>
              </a:srgbClr>
            </a:outerShdw>
            <a:softEdge rad="12700"/>
          </a:effectLst>
        </a:effectStyle>
        <a:effectStyle>
          <a:effectLst>
            <a:outerShdw blurRad="95000" algn="tl" rotWithShape="0">
              <a:srgbClr val="000000">
                <a:alpha val="50000"/>
              </a:srgbClr>
            </a:outerShdw>
          </a:effectLst>
          <a:scene3d>
            <a:camera prst="orthographicFront"/>
            <a:lightRig rig="soft" dir="t">
              <a:rot lat="0" lon="0" rev="18000000"/>
            </a:lightRig>
          </a:scene3d>
          <a:sp3d prstMaterial="dkEdge">
            <a:bevelT w="73660" h="44450" prst="rible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12226</TotalTime>
  <Words>176</Words>
  <Application>Microsoft Office PowerPoint</Application>
  <PresentationFormat>Widescreen</PresentationFormat>
  <Paragraphs>13</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ask1</dc:creator>
  <cp:lastModifiedBy>Arun Kumar</cp:lastModifiedBy>
  <cp:revision>2340</cp:revision>
  <dcterms:created xsi:type="dcterms:W3CDTF">2014-08-18T06:55:32Z</dcterms:created>
  <dcterms:modified xsi:type="dcterms:W3CDTF">2021-02-17T01:44:40Z</dcterms:modified>
</cp:coreProperties>
</file>